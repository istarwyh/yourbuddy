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view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latin typeface="Liberation Sans"/>
                <a:ea typeface="宋体"/>
              </a:rPr>
              <a:t>Office preview 中文文档</a:t>
            </a:r>
            <a:endParaRPr lang="en-US"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view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latin typeface="Liberation Sans"/>
                <a:ea typeface="宋体"/>
              </a:rPr>
              <a:t>Office preview 中文文档</a:t>
            </a:r>
            <a:endParaRPr lang="en-US"/>
          </a:p>
        </p:txBody>
      </p:sp>
    </p:spTree>
  </p:cSld>
</p:sld>
</file>